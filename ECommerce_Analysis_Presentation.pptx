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29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A5FA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D9E7E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Sales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  |  MySQL · Python · Power BI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2918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918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2918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Sajjad Makrani  |  adnansajjad360@gmail.com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raw CSV data into MySQL and performed full data quality checks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and corrected revenue mismatches in 24 orders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20 SQL queries across 6 analysis phases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4-page interactive Power BI dashboard with 14 DAX measures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advanced analytics: RFM, CLV, Pareto, Product Ranking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00584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4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0" y="1005840"/>
            <a:ext cx="164592" cy="1097280"/>
          </a:xfrm>
          <a:prstGeom prst="roundRect">
            <a:avLst>
              <a:gd name="adj" fmla="val 27778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4924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 20 SQL queries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3317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4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2331720"/>
            <a:ext cx="164592" cy="1097280"/>
          </a:xfrm>
          <a:prstGeom prst="roundRect">
            <a:avLst>
              <a:gd name="adj" fmla="val 27778"/>
            </a:avLst>
          </a:prstGeom>
          <a:solidFill>
            <a:srgbClr val="0D9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49240" y="2862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Pandas, Matplotlib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6576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4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3657600"/>
            <a:ext cx="164592" cy="1097280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794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49240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Data Quality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10160">
            <a:solidFill>
              <a:srgbClr val="1A5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· name · location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cities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10160">
            <a:solidFill>
              <a:srgbClr val="1A5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6012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order_date · customer_id · total_amount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corrected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10160">
            <a:solidFill>
              <a:srgbClr val="1A5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orderdetails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product_id · quantity · price_per_unit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rows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9601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10160">
            <a:solidFill>
              <a:srgbClr val="1A5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96012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· name · category · price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Findings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28600" y="35204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93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nulls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primary/foreign keys clean across 4 tables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5204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93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Duplicates fixed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orderdetails had duplicates — removed using DISTINCT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41605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33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Date fixed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converted from VARCHAR to DATE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41605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233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Revenue corrected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orders had mismatched total_amount — recalculated from line items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6 Phases, 20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14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 Import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CSVs to MySQL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columns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14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Data Quality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duplicate checks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type fix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correction (24 orders)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14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Customer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total customers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revenue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9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026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Product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 by units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9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026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Sales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 (LAG)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 (SUM OVER)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9718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9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26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Advanced SQL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PARTITION BY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164592" cy="896112"/>
          </a:xfrm>
          <a:prstGeom prst="roundRect">
            <a:avLst>
              <a:gd name="adj" fmla="val 27778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33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Executive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cards, Line chart, Donut, Treemap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overview with location &amp; category slicers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965960"/>
            <a:ext cx="868680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965960"/>
            <a:ext cx="164592" cy="896112"/>
          </a:xfrm>
          <a:prstGeom prst="roundRect">
            <a:avLst>
              <a:gd name="adj" fmla="val 27778"/>
            </a:avLst>
          </a:prstGeom>
          <a:solidFill>
            <a:srgbClr val="0D9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391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Customer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bar, Frequency dist, Location donut, CLV bar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fully titled visuals — cleanest page in the report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868680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71800"/>
            <a:ext cx="164592" cy="896112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Product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Revenue by product, Category donut, Rank table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slicer for drill-down, KPI summary card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977640"/>
            <a:ext cx="868680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977640"/>
            <a:ext cx="164592" cy="896112"/>
          </a:xfrm>
          <a:prstGeom prst="roundRect">
            <a:avLst>
              <a:gd name="adj" fmla="val 27778"/>
            </a:avLst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50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Advance Analysis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4434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pivot, Running revenue, Monthly bar, Category split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intelligence: LAG, running SUM, cumulative 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— 14 Custom Calculations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D9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50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075688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734056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" y="28254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392424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" y="3483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A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50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075688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10128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Month Revenue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34056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28254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 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392424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3483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4050792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0128" y="4142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Frequency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91440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950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141732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81928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per Unit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2075688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81928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Revenue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2734056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81928" y="28254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% Simple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3392424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D1DB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81928" y="34838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Rank (RANKX)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>
            <a:solidFill>
              <a:srgbClr val="B4530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Data Issue Fixed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orders had incorrect total_amount — recalculated from line items before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>
            <a:solidFill>
              <a:srgbClr val="0D9E7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Drive Most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principle confirmed — top customers generate disproportionate share of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>
            <a:solidFill>
              <a:srgbClr val="5B9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and units sold category across all products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286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>
            <a:solidFill>
              <a:srgbClr val="0D9E7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MoM Variation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shows clear monthly peaks and dips — requires investigation for planning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>
            <a:solidFill>
              <a:srgbClr val="B4530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= Low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reveals upsell and retention opportunity in the majority segment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61188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016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Identifies VIP Buyers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High-frequency, recent, high-spend customers identified for targeted campaigns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5FA8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D9E7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Sajjad Makrani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D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Bhopal, India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004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0D9E7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3529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adnansajjad360@gmail.com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32004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0D9E7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3529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github.com/adnansajjad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32004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0D9E7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3529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linkedin.com/in/adnansajjad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MySQL  ·  Python  ·  Power BI  ·  GitHub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On-screen Show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&amp; Customer Analysis</dc:title>
  <dc:subject>PptxGenJS Presentation</dc:subject>
  <dc:creator>Adnan Sajjad Makrani</dc:creator>
  <cp:lastModifiedBy>Adnan Sajjad</cp:lastModifiedBy>
  <cp:revision>1</cp:revision>
  <dcterms:created xsi:type="dcterms:W3CDTF">2026-06-20T16:12:27Z</dcterms:created>
  <dcterms:modified xsi:type="dcterms:W3CDTF">2026-06-21T17:10:45Z</dcterms:modified>
</cp:coreProperties>
</file>